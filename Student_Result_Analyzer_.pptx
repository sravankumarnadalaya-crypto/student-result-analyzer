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student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34440"/>
            <a:ext cx="480060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8193" y="489203"/>
            <a:ext cx="6430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1F2D55"/>
                </a:solidFill>
              </a:defRPr>
            </a:pPr>
            <a:r>
              <a:rPr dirty="0"/>
              <a:t>Student Result Analyzer</a:t>
            </a:r>
          </a:p>
          <a:p>
            <a:pPr>
              <a:defRPr sz="2200" b="1">
                <a:solidFill>
                  <a:srgbClr val="FF6384"/>
                </a:solidFill>
              </a:defRPr>
            </a:pPr>
            <a:r>
              <a:rPr dirty="0"/>
              <a:t>Smart • Explainable • Algorithm-Driven</a:t>
            </a:r>
          </a:p>
          <a:p>
            <a:pPr>
              <a:defRPr sz="1700">
                <a:solidFill>
                  <a:srgbClr val="282D41"/>
                </a:solidFill>
              </a:defRPr>
            </a:pPr>
            <a:r>
              <a:rPr dirty="0"/>
              <a:t>Analyze marks, rank students, answer range queries, and visualize relationships between subjects.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15607" y="4771251"/>
            <a:ext cx="3536343" cy="159754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70446" y="4931441"/>
            <a:ext cx="30266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6A2EB"/>
                </a:solidFill>
              </a:defRPr>
            </a:pPr>
            <a:r>
              <a:rPr dirty="0"/>
              <a:t>Problem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619" y="5497800"/>
            <a:ext cx="302666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Education / Academic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987" y="4705382"/>
            <a:ext cx="4558365" cy="174113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0649" y="4845993"/>
            <a:ext cx="247802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6384"/>
                </a:solidFill>
              </a:defRPr>
            </a:pPr>
            <a:r>
              <a:rPr dirty="0"/>
              <a:t>Team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988" y="2297384"/>
            <a:ext cx="5051704" cy="11316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988" y="2325188"/>
            <a:ext cx="44897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BC081"/>
                </a:solidFill>
              </a:defRPr>
            </a:pPr>
            <a:r>
              <a:rPr dirty="0"/>
              <a:t>One-Line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648" y="2652673"/>
            <a:ext cx="48480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A visual DAA-powered platform that turns raw marks into meaningful academic insights.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727F4-92FC-5235-E1D1-D2D0FF552DD1}"/>
              </a:ext>
            </a:extLst>
          </p:cNvPr>
          <p:cNvSpPr txBox="1"/>
          <p:nvPr/>
        </p:nvSpPr>
        <p:spPr>
          <a:xfrm>
            <a:off x="459500" y="5263436"/>
            <a:ext cx="435465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lang="en-IN" sz="1400" dirty="0">
                <a:latin typeface="Arial Black" panose="020B0A04020102020204" pitchFamily="34" charset="0"/>
              </a:rPr>
              <a:t>Nandyala Sravan Kumar – 25MVCSMR0692</a:t>
            </a:r>
          </a:p>
          <a:p>
            <a:pPr>
              <a:defRPr sz="1300">
                <a:solidFill>
                  <a:srgbClr val="282D41"/>
                </a:solidFill>
              </a:defRPr>
            </a:pPr>
            <a:r>
              <a:rPr lang="en-IN" sz="1400" dirty="0">
                <a:latin typeface="Arial Black" panose="020B0A04020102020204" pitchFamily="34" charset="0"/>
              </a:rPr>
              <a:t>Neela Kamal Raj – 25MVCSMR0694</a:t>
            </a:r>
          </a:p>
          <a:p>
            <a:pPr>
              <a:defRPr sz="1300">
                <a:solidFill>
                  <a:srgbClr val="282D41"/>
                </a:solidFill>
              </a:defRPr>
            </a:pPr>
            <a:r>
              <a:rPr lang="en-IN" sz="1400" dirty="0" err="1">
                <a:latin typeface="Arial Black" panose="020B0A04020102020204" pitchFamily="34" charset="0"/>
              </a:rPr>
              <a:t>Lambola</a:t>
            </a:r>
            <a:r>
              <a:rPr lang="en-IN" sz="1400" dirty="0">
                <a:latin typeface="Arial Black" panose="020B0A04020102020204" pitchFamily="34" charset="0"/>
              </a:rPr>
              <a:t> Yeshwanth – 25MVCSMR0672</a:t>
            </a:r>
          </a:p>
          <a:p>
            <a:pPr>
              <a:defRPr sz="1300">
                <a:solidFill>
                  <a:srgbClr val="282D41"/>
                </a:solidFill>
              </a:defRPr>
            </a:pPr>
            <a:r>
              <a:rPr lang="en-IN" sz="1400" dirty="0">
                <a:latin typeface="Arial Black" panose="020B0A04020102020204" pitchFamily="34" charset="0"/>
              </a:rPr>
              <a:t>Gera Akhil – 25MVCSMR0645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2.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Why student result analysis needs a smarter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35607"/>
            <a:ext cx="31181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6A2EB"/>
                </a:solidFill>
              </a:defRPr>
            </a:pPr>
            <a:r>
              <a:t>Real-World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01952"/>
            <a:ext cx="3429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Student marks are often stored as raw records, making ranking, searching, and relationship analysis difficult.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35607"/>
            <a:ext cx="31181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6384"/>
                </a:solidFill>
              </a:defRPr>
            </a:pPr>
            <a: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27355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Teachers need quick insights; students need understandable feedback; institutions need organized academic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29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435607"/>
            <a:ext cx="31181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C46"/>
                </a:solidFill>
              </a:defRPr>
            </a:pPr>
            <a:r>
              <a:t>Key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5535" y="1901952"/>
            <a:ext cx="326761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Large student datasets • slow manual searching • difficult range queries • limited visualization.</a:t>
            </a:r>
          </a:p>
        </p:txBody>
      </p:sp>
      <p:pic>
        <p:nvPicPr>
          <p:cNvPr id="14" name="Picture 13" descr="chart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5029200" cy="2423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35040" y="36576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2D41"/>
                </a:solidFill>
              </a:defRPr>
            </a:pPr>
            <a:r>
              <a:t>• Manual sorting can become time-consuming as records grow.</a:t>
            </a:r>
          </a:p>
          <a:p>
            <a:pPr>
              <a:spcAft>
                <a:spcPts val="1000"/>
              </a:spcAft>
              <a:defRPr sz="1600">
                <a:solidFill>
                  <a:srgbClr val="282D41"/>
                </a:solidFill>
              </a:defRPr>
            </a:pPr>
            <a:r>
              <a:t>• Searching unsorted data does not exploit the power of Binary Search.</a:t>
            </a:r>
          </a:p>
          <a:p>
            <a:pPr>
              <a:spcAft>
                <a:spcPts val="1000"/>
              </a:spcAft>
              <a:defRPr sz="1600">
                <a:solidFill>
                  <a:srgbClr val="282D41"/>
                </a:solidFill>
              </a:defRPr>
            </a:pPr>
            <a:r>
              <a:t>• Subject relationships are difficult to understand from tables alone.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3. 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A single platform that combines DAA algorithms with visual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A2EB"/>
                </a:solidFill>
              </a:defRPr>
            </a:pPr>
            <a:r>
              <a:t>Smart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01952"/>
            <a:ext cx="30147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Automatically sort students by total / percentage.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BC081"/>
                </a:solidFill>
              </a:defRPr>
            </a:pPr>
            <a:r>
              <a:t>Fast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0147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Binary Search reduces the search interval step-by-step.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3258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84"/>
                </a:solidFill>
              </a:defRPr>
            </a:pPr>
            <a:r>
              <a:t>Range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901952"/>
            <a:ext cx="3072384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Find students within a marks or rank range.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349300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66FF"/>
                </a:solidFill>
              </a:defRPr>
            </a:pPr>
            <a:r>
              <a:t>Subject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59352"/>
            <a:ext cx="301477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Visualize relationships using nodes and edges.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4568" y="349300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46"/>
                </a:solidFill>
              </a:defRPr>
            </a:pPr>
            <a:r>
              <a:t>Explainable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7" y="3959352"/>
            <a:ext cx="307238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Show comparisons, search steps and traversal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383280"/>
            <a:ext cx="3383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9328" y="349300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E56"/>
                </a:solidFill>
              </a:defRPr>
            </a:pPr>
            <a:r>
              <a:t>Visual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3959352"/>
            <a:ext cx="30723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Charts make academic patterns easy to understand.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F2D55"/>
                </a:solidFill>
              </a:defRPr>
            </a:pPr>
            <a:r>
              <a:t>Unique approach: DAA concepts are not hidden — the system makes algorithm decisions visible to the user.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Simple workflow from student data to understandable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1399032" y="1417320"/>
            <a:ext cx="640080" cy="640080"/>
          </a:xfrm>
          <a:prstGeom prst="ellipse">
            <a:avLst/>
          </a:prstGeom>
          <a:solidFill>
            <a:srgbClr val="36A2EB"/>
          </a:solidFill>
          <a:ln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258568"/>
            <a:ext cx="21579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6A2EB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24912"/>
            <a:ext cx="215798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Student marks, student details and subject relationships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0088" y="2331720"/>
            <a:ext cx="502920" cy="457200"/>
          </a:xfrm>
          <a:prstGeom prst="rightArrow">
            <a:avLst/>
          </a:prstGeom>
          <a:solidFill>
            <a:srgbClr val="36A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06824" y="1417320"/>
            <a:ext cx="640080" cy="640080"/>
          </a:xfrm>
          <a:prstGeom prst="ellipse">
            <a:avLst/>
          </a:prstGeom>
          <a:solidFill>
            <a:srgbClr val="FF6384"/>
          </a:solidFill>
          <a:ln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14884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258568"/>
            <a:ext cx="21579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6384"/>
                </a:solidFill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24912"/>
            <a:ext cx="225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Calculate totals / percentages and prepare sorted 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2331720"/>
            <a:ext cx="502920" cy="457200"/>
          </a:xfrm>
          <a:prstGeom prst="rightArrow">
            <a:avLst/>
          </a:prstGeom>
          <a:solidFill>
            <a:srgbClr val="FF6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14616" y="1417320"/>
            <a:ext cx="640080" cy="640080"/>
          </a:xfrm>
          <a:prstGeom prst="ellipse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214884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258568"/>
            <a:ext cx="21579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66FF"/>
                </a:solidFill>
              </a:defRPr>
            </a:pPr>
            <a:r>
              <a:t>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24911"/>
            <a:ext cx="22558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Sorting + Binary Search + BFS/DFS graph traversal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05672" y="2331720"/>
            <a:ext cx="502920" cy="457200"/>
          </a:xfrm>
          <a:prstGeom prst="rightArrow">
            <a:avLst/>
          </a:prstGeom>
          <a:solidFill>
            <a:srgbClr val="99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22408" y="1417320"/>
            <a:ext cx="640080" cy="640080"/>
          </a:xfrm>
          <a:prstGeom prst="ellipse">
            <a:avLst/>
          </a:prstGeom>
          <a:solidFill>
            <a:srgbClr val="4BC081"/>
          </a:solidFill>
          <a:ln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214884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81744" y="2258568"/>
            <a:ext cx="21579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BC081"/>
                </a:solidFill>
              </a:defRPr>
            </a:pPr>
            <a: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736055"/>
            <a:ext cx="23500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Ranks, search results, range results and visual charts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09160"/>
            <a:ext cx="1033272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4818888"/>
            <a:ext cx="1002182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E56"/>
                </a:solidFill>
              </a:defRPr>
            </a:pPr>
            <a:r>
              <a:t>User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285232"/>
            <a:ext cx="10021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Enter/upload marks → choose analysis → view algorithm steps → inspect rank/search/graph → understand results.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5. Technology &amp;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Tools chosen to keep the prototype practical and algorithm-focused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7432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24323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6A2EB"/>
                </a:solidFill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243230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D41"/>
                </a:solidFill>
              </a:defRPr>
            </a:pPr>
            <a:r>
              <a:rPr dirty="0"/>
              <a:t>Python</a:t>
            </a:r>
            <a:br>
              <a:rPr dirty="0"/>
            </a:br>
            <a:r>
              <a:rPr dirty="0"/>
              <a:t>Flask</a:t>
            </a:r>
            <a:br>
              <a:rPr dirty="0"/>
            </a:br>
            <a:r>
              <a:rPr dirty="0"/>
              <a:t>SQLite</a:t>
            </a:r>
            <a:br>
              <a:rPr dirty="0"/>
            </a:br>
            <a:r>
              <a:rPr dirty="0"/>
              <a:t>Chart.js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36576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1344168"/>
            <a:ext cx="334670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6384"/>
                </a:solidFill>
              </a:defRPr>
            </a:pPr>
            <a:r>
              <a:t>Main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810512"/>
            <a:ext cx="334670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Sorting — ranking records</a:t>
            </a:r>
            <a:br/>
            <a:r>
              <a:t>Binary Search — fast search &amp; ranges</a:t>
            </a:r>
            <a:br/>
            <a:r>
              <a:t>BFS / DFS — subject graph traversal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234440"/>
            <a:ext cx="402336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1344168"/>
            <a:ext cx="371246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966FF"/>
                </a:solidFill>
              </a:defRPr>
            </a:pPr>
            <a:r>
              <a:t>Why These Algorithms?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1810512"/>
            <a:ext cx="371246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Sorting prepares data for ranking/search.</a:t>
            </a:r>
            <a:br/>
            <a:r>
              <a:t>Binary Search halves the search interval.</a:t>
            </a:r>
            <a:br/>
            <a:r>
              <a:t>Graphs naturally model subject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2044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63016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BC081"/>
                </a:solidFill>
              </a:defRPr>
            </a:pPr>
            <a:r>
              <a:t>Sorting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096512"/>
            <a:ext cx="3072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Typical efficient comparison sorting: O(n log 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2044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44568" y="363016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8C46"/>
                </a:solidFill>
              </a:defRPr>
            </a:pPr>
            <a:r>
              <a:t>Binary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4096512"/>
            <a:ext cx="3072384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O(log n) search on sorted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52044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63016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CE56"/>
                </a:solidFill>
              </a:defRPr>
            </a:pPr>
            <a:r>
              <a:t>Graph Traversal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096512"/>
            <a:ext cx="3072384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t>BFS / DFS: O(V + 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D41"/>
                </a:solidFill>
              </a:defRPr>
            </a:pPr>
            <a:r>
              <a:t>Complexity depends on the exact implementation and input 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6.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What the prototype produces for a user</a:t>
            </a:r>
          </a:p>
        </p:txBody>
      </p:sp>
      <p:pic>
        <p:nvPicPr>
          <p:cNvPr id="5" name="Picture 4" descr="chart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4846320" cy="3154680"/>
          </a:xfrm>
          <a:prstGeom prst="rect">
            <a:avLst/>
          </a:prstGeom>
        </p:spPr>
      </p:pic>
      <p:pic>
        <p:nvPicPr>
          <p:cNvPr id="6" name="Picture 5" descr="binary_sce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4846320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4572000"/>
            <a:ext cx="33832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468172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6A2EB"/>
                </a:solidFill>
              </a:defRPr>
            </a:pPr>
            <a:r>
              <a:t>Sample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48072"/>
            <a:ext cx="30147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Ranked student table with total, percentage and rank.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3832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468172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6384"/>
                </a:solidFill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5148073"/>
            <a:ext cx="312986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Search steps / comparisons can be displayed to explain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572000"/>
            <a:ext cx="338328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7" y="4681728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BC081"/>
                </a:solidFill>
              </a:defRPr>
            </a:pPr>
            <a:r>
              <a:t>Practical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5148073"/>
            <a:ext cx="31028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Faster analysis • clearer insights • easier academic decision-making.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2D55"/>
                </a:solidFill>
              </a:defRPr>
            </a:pPr>
            <a:r>
              <a:t>7.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From a hackathon prototype to a scalable academic analytics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36A2EB"/>
                </a:solidFill>
              </a:defRPr>
            </a:pPr>
            <a:r>
              <a:t>Current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01952"/>
            <a:ext cx="31702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rPr dirty="0"/>
              <a:t>Working concept combining student records, ranking, Binary Search, range queries, graph relationships and visual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6384"/>
                </a:solidFill>
              </a:defRPr>
            </a:pPr>
            <a:r>
              <a:t>Future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07238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AI-based performance insights</a:t>
            </a:r>
            <a:br/>
            <a:r>
              <a:t>Personalized recommendations</a:t>
            </a:r>
            <a:br/>
            <a:r>
              <a:t>Advanced dashboards</a:t>
            </a:r>
            <a:br/>
            <a:r>
              <a:t>Role-based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435607"/>
            <a:ext cx="3072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966FF"/>
                </a:solidFill>
              </a:defRPr>
            </a:pPr>
            <a:r>
              <a:t>Scalability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1901952"/>
            <a:ext cx="307238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D41"/>
                </a:solidFill>
              </a:defRPr>
            </a:pPr>
            <a:r>
              <a:t>Cloud database integration</a:t>
            </a:r>
            <a:br/>
            <a:r>
              <a:t>Large student datasets</a:t>
            </a:r>
            <a:br/>
            <a:r>
              <a:t>Multiple institutions</a:t>
            </a:r>
            <a:br/>
            <a:r>
              <a:t>Mobile-friendly interface</a:t>
            </a:r>
          </a:p>
        </p:txBody>
      </p:sp>
      <p:pic>
        <p:nvPicPr>
          <p:cNvPr id="14" name="Picture 13" descr="graph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4297680" cy="20574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303520" y="3749039"/>
            <a:ext cx="56692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BC0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3858768"/>
            <a:ext cx="5358384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BC081"/>
                </a:solidFill>
              </a:defRPr>
            </a:pPr>
            <a:r>
              <a:t>Final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0617" y="4163080"/>
            <a:ext cx="5852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41"/>
                </a:solidFill>
              </a:defRPr>
            </a:pPr>
            <a:r>
              <a:rPr dirty="0"/>
              <a:t>Student Result Analyzer demonstrates how DAA algorithms can solve a familiar real-world education problem in an explainable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8304" y="5424775"/>
            <a:ext cx="4394408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2D55"/>
                </a:solidFill>
              </a:defRPr>
            </a:pPr>
            <a:r>
              <a:rPr sz="6600" dirty="0"/>
              <a:t>THANK YOU</a:t>
            </a:r>
            <a:br>
              <a:rPr sz="6600" dirty="0"/>
            </a:br>
            <a:endParaRPr sz="6600" dirty="0"/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9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605</Words>
  <Application>Microsoft Office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Sravan Kumar</dc:creator>
  <cp:keywords/>
  <dc:description>generated using python-pptx</dc:description>
  <cp:lastModifiedBy>Sravan Kumar</cp:lastModifiedBy>
  <cp:revision>2</cp:revision>
  <dcterms:created xsi:type="dcterms:W3CDTF">2013-01-27T09:14:16Z</dcterms:created>
  <dcterms:modified xsi:type="dcterms:W3CDTF">2026-10-03T05:05:33Z</dcterms:modified>
  <cp:category/>
</cp:coreProperties>
</file>